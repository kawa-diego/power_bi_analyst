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9" d="100"/>
          <a:sy n="119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584663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Suplemento 5" title="Microsoft Power BI">
                <a:extLst>
                  <a:ext uri="{FF2B5EF4-FFF2-40B4-BE49-F238E27FC236}">
                    <a16:creationId xmlns:a16="http://schemas.microsoft.com/office/drawing/2014/main" id="{BA326358-9289-4481-BC98-29324D5359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2798540"/>
                  </p:ext>
                </p:extLst>
              </p:nvPr>
            </p:nvGraphicFramePr>
            <p:xfrm>
              <a:off x="1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Suplemento 5" title="Microsoft Power BI">
                <a:extLst>
                  <a:ext uri="{FF2B5EF4-FFF2-40B4-BE49-F238E27FC236}">
                    <a16:creationId xmlns:a16="http://schemas.microsoft.com/office/drawing/2014/main" id="{BA326358-9289-4481-BC98-29324D5359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432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2A75BAF2-63BE-4964-AE8F-8CD4EB8D4F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530509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2A75BAF2-63BE-4964-AE8F-8CD4EB8D4F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886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webextension1.xml><?xml version="1.0" encoding="utf-8"?>
<we:webextension xmlns:we="http://schemas.microsoft.com/office/webextensions/webextension/2010/11" id="{c738d3f2-84e5-4276-b775-f31c4dff89b2}">
  <we:reference id="WA200003233" version="2.0.0.3" store="pt-BR" storeType="OMEX"/>
  <we:alternateReferences/>
  <we:properties>
    <we:property name="Microsoft.Office.CampaignId" value="&quot;none&quot;"/>
    <we:property name="reportUrl" value="&quot;/groups/me/reports/d8e205a2-845c-4b97-8c9b-72278dcfc33f/e95a7d2d67fe15e4198e?bookmarkGuid=ff95d186-1e47-4ce4-9f51-4d0c2847454e&amp;bookmarkUsage=1&amp;ctid=986a74a6-9fae-4703-8737-e174b30e9620&amp;fromEntryPoint=export&quot;"/>
    <we:property name="reportState" value="&quot;CONNECTED&quot;"/>
    <we:property name="artifactViewState" value="&quot;live&quot;"/>
    <we:property name="reportEmbeddedTime" value="&quot;2026-09-04T01:51:47.502Z&quot;"/>
    <we:property name="creatorSessionId" value="&quot;8268ed75-b848-4d0f-a6bb-2665b6072795&quot;"/>
    <we:property name="creatorUserId" value="&quot;100320063AEB1864&quot;"/>
    <we:property name="creatorTenantId" value="&quot;986a74a6-9fae-4703-8737-e174b30e9620&quot;"/>
    <we:property name="pageDisplayName" value="&quot;Página 1&quot;"/>
    <we:property name="pageName" value="&quot;e95a7d2d67fe15e4198e&quot;"/>
    <we:property name="reportName" value="&quot;Financials&quot;"/>
    <we:property name="isVisualContainerHeaderHidden" value="false"/>
    <we:property name="isFiltersActionButtonVisible" value="true"/>
    <we:property name="initialStateBookmark" value="&quot;H4sIAAAAAAAAA+1Y224bNxD9FWNf8iIb4mqvfrMdFy18iRGlBopCCIbkrMyA3t2QK8eKoR/qb/THOiQlJZaVKFXduDH6IuwOhzNnDmcOxL2LpLKthuk5XGO0H/1SSyVANmaHRb2oDsbDV69Ozg5en7w9Pzg7JnPTdqqpbbR/F3VgxthdKjsB7UKQ8fdRL2oNWjQ3eI4fwhr9Kq606qbRfmcm2ItA6wsYuw0VaEuGFo1tatDqI4Y9NrjOehHetrox4LIOO+jQZb4hd3oneGxvQKBAdOoGhyi6YMUyhVzGMssrZCkmrCyQ3Gxw8ODXurjQPv1RU3egakrjbCyJ2QBiyXmZcVYmMimFs1dKd3MXPj2+bQ0RQLRMW0fcEWEdN4YY1ZGvgmgJoO+io0ZPrv3T8T37sJkYga+x8kt15ymjNDXUQjlSZkTIhWmILr9Cj3IiOm++aj4cGaSkMtrvz3pLHAfyhnaTdRXEwXhscAzd/PX4X0E4BI07F8QC+pWfJvX8jNhDzCOyWFWP9bwHPh3Hm1AKkO/RFZjO9SF/R6fpuKddjZFoDqee/pfKLPog7q2gf/KSZ6NFs9KGd5+147xbQgmP3x6jmVuK+6koi4KxlJVpwhPBwIf6Kun2Clq8T7iLleZJ2R+URUozJLBMMh7mZ5tYmUhkATxN07ioQKRpVbJtY+WswApiEcs+q+J+MRhsX2MexzHjsShFiSLJMBcM/5/7bx4Cu9L//f8u3F9r1dmdYaPlZswbZapV+GOo1JoDelqBKlKWM0ggznmfZ4OSAYiNw9vhbceb24fjy3OWl0XFJcQZHyQJCg7bSgHnWZEnfZ7LrEIYVDnA1hLFRSqqNBFVwQvSuzgWGfvxZeWxQPyGYL6K4HswMcTxNdbPQGA3ipXQE0tdhzIA+zvCxVaF6/H70NH9PTLOm+6p1K/36JUEPa0ySJJKJqSkWVXJQtJfoo1K88W+/lmhASOupqd4g/oh1OX6w6UFwEswKlzlfFlblju/ry6DRfcYeOkuic7tMzzz5/cTBTsSdyR0EELNS4kO6mZr0XnOvJz9+YddQ8xGWbGa7j/mnpBE12jGvjSXxndcG9ApDOuN9MvoG/IuOlXUpCH2JeiJC/viEKwSL9yo+mG1qBfa8CCc7ei4uqFHOfR+G4L7bxHz0K7ktUrgna1P95zPPczDKHx/gdouvr6Eyk2j/dOCDToJ7TaG1fcTNFOC7D0+Qd1zQPaWIPfWQNhzaSmYsiSHGlrrui18MlISffUnOLVbqPBpQ5PrALwBrvFtwthggCzb7Ysi3qWLcLxLlzy+m0lZDaoqjqtMrCrrnBKH7kLV9QKaE4l/ULEfsC+UfD8POZmm8U28IGPZjKOg+A7xuoFrJp1tQeAF1LhmUvwRS5fo2+aj52ZdEY8bNjjYy3mazf4CX8TDrXAUAAA=&quot;"/>
    <we:property name="bookmark" value="&quot;H4sIAAAAAAAAA+1Y224bNxD9FWNf8iIbSy735jfHcdGiaWBUqYGiEIohOSszoHc35MqxYuiH+hv9sfKycmJbiRrVjRujL8ZqZjg8czhzYPI6kcr2Gpav4AKTw+SHVioBsjN7JJkkbTTSmgioiOQpKyFlKRNl6rxdP6iutcnhdTKAmeNwpuwCtM/kjL8lJaWUcCpqUaNgBZaCYDKbJL1Bi+YSX+G7uML9VVxpNSyTw8EscJKA1qcw92ka0NYZejS2a0Gr9xjX2Bi6miR41evOgMcyHWBAj+fShbvfDjs5yBxUEIO6xCmKIVqxzqGUVBZlgyRHRuoKXZiNAaGkjSE+ddj+uGsHUK3bxtsIoyQDKjmvC05qJlktvL1RehhD+PLkqjeOFkfWsvesHjus8844unUSqnC0RNDXyXGnFxfh6+SWfdotjMCfsQmudgiUuW1aaIXypKwcIaemc3QFj/uUCzEE83n37tig21Qmh+lqcoPjSF661c56F8TRfG5wDsP48+RfQTgFjXunjgUMnu8W7XhG5D7mmbNY1c712AMfjuN1LAVc7PE5mMF3J3/jTtNz71Z1RqJ5vgz0v1Bm3Qd0cgf9o5e8mq2b1S1481E7jt0SS3j49pitvIumuairipCc1DnjTBAIqT5Luj2HHm8T7nPlJavTrK5yN0MCa1bwOD+75CoEkxXwPM9p1YDI86Ymu+YqSYUNUEFlShqaVlm2e40bFe7/uf+7Q2Dv9H/634X7S6sGuzfttNyOeatM9Qq/DZXacECPK1BVTkoCDGjJU15kNQEQW4d3wKuBd1f3x5eXpKyrhkugBc8YQ8FhVyngvKhKlvJSFg1C1pQAO0sUF7lociaaildO7ygVBfn2ZeWhQPyKYD6L4GswMcX5BbZPQGC3ipXQC+u6DmUE9iXCRe4K18P3oaf7a+w4Nt1jqd/kwSuJetoUwFgjmVPSomlkJd2/RFuV5pN9/b1CA0acL1/iJer7UG/8911rgGdgVLzKhbJ2LHe8zN4kS24x8MJfEn3YR3jG77cLBXsS9yQMEFONpSRHbbez6DxlXn768w+7gZitsmK1u/+YW0KSXKCZh9L8NqHj+ohOYfR3MrgxNOR18lK5Jo25z0AvfNpnz8Eq8cyPahhWi3qtDffS2cEd1zANKKchbkvy8BYxpvYlb1SCEGzDdk/53OM8zOL7C7R2/foSKzedjm9AIxvuJLRfGL1vF2iWDnKI+AD1wAM5uAF5sAHCgd/WJVPWyaGG3vpui09GSmKo/kdc2h1U+GXnJtcDeA1c4++MkCxDUuynoqL77iJM990lj+8XUjZZ01DaFOKuso6UeHSnqm3X0LxI/IOKw4B9ouTb+7gg03Whiddk3DTjLCq+R7xp4LrFYHsQeAotbpiUcMTSb/QF87Fa/QWhZVwEXRQAAA==&quot;"/>
    <we:property name="datasetId" value="&quot;86a1f347-1e13-410a-90a8-29e7164a55ce&quot;"/>
    <we:property name="embedUrl" value="&quot;/reportEmbed?reportId=d8e205a2-845c-4b97-8c9b-72278dcfc33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ackgroundColor" value="&quot;#F9F9F9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1F7AD204-C714-4149-9CF8-3F6BE3A960BA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d8e205a2-845c-4b97-8c9b-72278dcfc33f/dc6536c2e2088e7bec53?bookmarkGuid=2ac3d0d6-8929-4ee3-a511-273ed3f18850&amp;bookmarkUsage=1&amp;ctid=986a74a6-9fae-4703-8737-e174b30e9620&amp;fromEntryPoint=export&quot;"/>
    <we:property name="reportName" value="&quot;Financials&quot;"/>
    <we:property name="reportState" value="&quot;CONNECTED&quot;"/>
    <we:property name="embedUrl" value="&quot;/reportEmbed?reportId=d8e205a2-845c-4b97-8c9b-72278dcfc33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pageName" value="&quot;dc6536c2e2088e7bec53&quot;"/>
    <we:property name="pageDisplayName" value="&quot;Página 2&quot;"/>
    <we:property name="datasetId" value="&quot;86a1f347-1e13-410a-90a8-29e7164a55ce&quot;"/>
    <we:property name="backgroundColor" value="&quot;#F7F7F7&quot;"/>
    <we:property name="bookmark" value="&quot;H4sIAAAAAAAAA+1YyW7bMBD9lYBno9AuKrfUSdECaRDUbS6FDyNyJDNgJJWi3LiBf6i/0R/rUFL2DTBSJE17sciZIWd7MyR9xqRqGw2rAzhBts0+VFIJkLXZ8tmEVQMxyjI/SBDiqIiK0PdCziVx68aqumrZ9hmzYEq0R6rtQLudiPh1PmGNwRbNEg/w+8CjX5UrreyKbVvT4YSB1odQugUF6JYIDZq2rkCrHzisaQfR9YThaaNrA07rzIJFp3lJ4jQnK/03IRkFwqolzlDYgSpFEoeJCDDwOMc0RxE7sXYQ6I2/U8Rt3auf1pUFVZEaR/O4KPIowxhTjMMw8mjq6K2qSj0afLn286px8WsXQF8KWH5Mat0+6zW5E4okkYXI4lykIhNFEXLYdK848wUmMvfSPEv8QER5wt3aQmk7mp6v9k4bQ4mhdA177cglVAJdLim0lKshkmdspywNlmDH6d415rTW3ckd9FndGYGfsOhZle2TTAZUpEO5NDo7D01NCe45M9A4EN911Zguz00X9fepQcqvdIQ5UR6MiAAjR9a1sNDESDRvV73Lu8qcYyKY3LD8Od0l/4iUQORHkeB+5id+HvGAh96mUEhT6cU5RgnPfPBc6cbeo1CYUrjL2lDt61toeKoITOuusmbFbud48kIgScNC2SfAZKNwugBjXzQi7/N2PT9voyRxfKVRjiAZzH96VMx7+HLqgjKJ0ziL49DLRQxBsXkne6/QgBGL1T4uUd+29oJ/m3Vu4xEYNZw5vWcbejyerxebsWtB2HWnmRO7Ys84/tYp2JK4JcHCsNXoCtup6gdr6aGafs1x+fjrZ/u3NRl/k4NPdy2VBMrBsjsbzuN1/JqRMFbI63ZyhPvYPSOZcT8I45wXdI+la2qB/w//jS9of6osX9Q94B7Hn/caIDKkF1EEkrAsoOAyxeSFP2i+VMq2W7Nay3/nVfOQz8PTBmWUByLz0pSHhQQeBkI8+rSxeGrz+vTm46ZHxiWFnaAp+/ZWd7ZtQOAhVNgHphlMVNjLERigki7y/di4774iHA2qj0B3Tmv/DwTr1TgQrn8Dr1ApOB0RAAA=&quot;"/>
    <we:property name="initialStateBookmark" value="&quot;H4sIAAAAAAAAA+1Y227UMBD9lcrPK5T7pW/bbREIWioW+oIqNLEnu67cJDjO0qXaH+I3+DHGTgq9r7Qqaim8JPF47Dkzczy2c86EbBsFywM4RbbNXldCchC13vLZiFW9cOfduzf74/dvPh+M9/dIXDdG1lXLts+ZAT1DcyTbDpSdgoSfjkes0diiXuABfu376CkLqaRZsm2jOxwxUOoQZnZACaolQYO6rStQ8hv2Y9pedTVieNaoWoO1OjVg0FpekDq1CZ7/IiRQwI1c4BS56aWCJ3GY8AADL8swLZDHVq3tFRz4W1Xs1M78pK4MyIrMWJmX8bKIcowxxTgMI4+aVt7KaqYGwL/Hflg2NnDtHOhNAStOyKydZ7Uid0KeJKLkeVzwlOe8LMMMNp0rzn2OiSi8tMgTP+BRkWR2bCmVGaAXy72zRlNiKF39XGOxgIqjYC60lKs+kudsPJtpnIEZmntXOie16k5vkU/rTnN8j6XrqoxLMgGoyIa0abQ4D3VNCXY9U1DYC1921ZAuzzbn9deJRsqvsIJjktwbEQ5aDF1XwkINLVDvLJ3Lu1JfcCIYXUP+mO6SfyRKIPKjiGd+7id+EWVBFnqbUiFNhRcXGCVZ7oOX534Qe2upMKFwz2pNi17dYMNDRWBSd5XRS3Yzx6MnQkn6LKV5AE42Eidz0OZJM/Iub1fHF2WUNE4uFcqBJD38h2fFsaNvRlVQJHEa53EcegWPISg3r2SvJGrQfL58iwtUN9H+6r/ZdYHxCLTs9xzn2YYeDxvrr8nYlSDs2t3Mql3CM3x/6SRsCdwSYKCfanCFjav63rV035p+znHZ//G9/duKjL/Jxqe6lpYEih7ZrQVn/Tp+zkwYVsjzdnKg+1A9I5FnfhDGRVbSOZaOqSX+3/w3PqD9qWX5pM4Bdzj+uMcAniPdiCIQxGUOZSZSTJ74heZjJU27Na2V+HduNff53F9tUERFwHMvTbOwFJCFAedrrzYGz0xRn12/3Dhm/JawU9QzV97qzrQNcDyECl1gmh6iRKdHZIBK2Mi7b23fbyXxqDd9BKqzVt0fCOaMLOyPCoVrBtj/EszBsqRd/QRf2DjDRhEAAA==&quot;"/>
    <we:property name="isFiltersActionButtonVisible" value="true"/>
    <we:property name="isVisualContainerHeaderHidden" value="false"/>
    <we:property name="reportEmbeddedTime" value="&quot;2026-09-04T01:55:37.522Z&quot;"/>
    <we:property name="creatorTenantId" value="&quot;986a74a6-9fae-4703-8737-e174b30e9620&quot;"/>
    <we:property name="creatorUserId" value="&quot;100320063AEB1864&quot;"/>
    <we:property name="creatorSessionId" value="&quot;02f6c1ec-f39e-4354-8756-d8912bb23159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14D4F899-AAB1-4670-AD15-F6BA7BEF982E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d8e205a2-845c-4b97-8c9b-72278dcfc33f/7ea534481edb6580f4f9?bookmarkGuid=03381940-c453-48e2-9614-973db2d25fc5&amp;bookmarkUsage=1&amp;ctid=986a74a6-9fae-4703-8737-e174b30e9620&amp;fromEntryPoint=export&quot;"/>
    <we:property name="reportName" value="&quot;Financials&quot;"/>
    <we:property name="reportState" value="&quot;CONNECTED&quot;"/>
    <we:property name="embedUrl" value="&quot;/reportEmbed?reportId=d8e205a2-845c-4b97-8c9b-72278dcfc33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pageName" value="&quot;7ea534481edb6580f4f9&quot;"/>
    <we:property name="pageDisplayName" value="&quot;Página 3&quot;"/>
    <we:property name="datasetId" value="&quot;86a1f347-1e13-410a-90a8-29e7164a55ce&quot;"/>
    <we:property name="backgroundColor" value="&quot;#F7F7F7&quot;"/>
    <we:property name="bookmark" value="&quot;H4sIAAAAAAAAA+1WTY/TMBD9KyufK5TPpultCYuEhFYVhb2gHibOJOuVa0eO022p+t8Z213KFgQc+FgBl8Qez/i9efMiZc8aMfQSdtewRjZnr1QjODTaXMRswlQIxjFv0jovpgnmRQ5ZnCURnereCq0GNt8zC6ZDeyOGEaS7iYLvVxPWGxzQbPAa78MZPUUtpLA7NrdmxAkDKRfQuYIW5ECBHs2gFUjxAUPNEFIPE4bbXmoDDnVpwaJD3lA67R3LZymRAm7FBpfIbYgWCHmaZbMYm3qaz6I2a0tKG0KCJ//VFHe1h6+0siAUwbhYzMu2TCMelzxDgJyXceLig1CdPBI+1b7d9U4/i1tb662TrL4jYHfT4UANEViN06SOkhxqzDM+y2auuhXSHgHr3dW2NyQniRxuq6jzThsak2ReExI5SLBnlZbj2q+uHsWXejQc32Drj5T1AyAYBYoLJ7FjszCaxPcnS+zWqKwP3+r7yiCBNmweHSafeFw2G6qm6DmJy64z2IE9bq9+CUNatiIQfDmq47SjL/muKPLN4fQCq1sw9vF0aGMaNM93XvkXwjwYKpmcEf+j3R5WD46njLvPPH00SaD/812x8vYtCojLMsMUanoUGSQtfxL2rfSoLDX/D9h3Df25c3+fIU46B0O0UMRlM00LwDqKowziKf43xI99WyBx+L4fngrdd0rY4WKpZfN3edjb+MSErZF+bNxCj3bogeMCFHr8Plwh0OfRCEA1rl+/Nu79WpDpQ7s3IEfXqf/HYR7Go30EKsVxH38JAAA=&quot;"/>
    <we:property name="initialStateBookmark" value="&quot;H4sIAAAAAAAAA+1W32/aMBD+Vyo/R1MCgRDeaMakqStFZevLhKZLckldGTtyHApD/O8723SsbFr3sB/Vtpdgf77zfffdh+QdK3nbCNjOYIVszF7LkhdQKn0WsYBJD55fXV1cTq4vPswml1OCVWO4ki0b75gBXaO54W0Hwl5B4PtlwBqNLeo1zvDen9GX51xws2VjozsMGAgxh9omVCBaAhrUrZIg+Ef0Oa0P3QcMN41QGmzVhQGDtvKawmlP9KIXfSIFheFrXGBhPJogDPpxPIqwzIeDUVjFVUphrQ9w5L8ZYq925TMlDXBJZSwWFWmV9sMiSosYAQZFGvUs3nJZiwPhY+7bbWOFM7gxudpYyfI7Kmxv2u+pISqW47CXh70B5DiIi1E8stkVF+ZQMN9ON40mOUlkf1tGnddK03wEc5qQyF6CHcuU6FZuNX2EL1SnC7zGyh1J4wZAZSTIgluJLZu5ViS+O1lgvUJpHHyr7jONVLRk43AffOYxKdeUTegpiUlda6zBHLbTX8KQlhX3BF918jDt8Gu+S0K+O5yGY3YL2jyeDm10ifp865R/yfWDoXrBCfE/2u1++eB4irj7wtMHk3j6P98VS2ffJIEoTWPsQ06fJIZeVTwL+2aqk4aa/wfsu4Lm1Lm/zxBHnb0hKkiitBz2E8A8jMIYoiH+N8SP/bdAYPu0H54L3XeSm/ZsoUT5d3nY2fjIhK2QHjZ2oTrTNlDgHCS6+o2/gqOLoxGALG2/bq3t7xtOpvft3oDobKfujcNckbV9Cgl8IsG+fJij5dh9AnmWs7aoCQAA&quot;"/>
    <we:property name="isFiltersActionButtonVisible" value="true"/>
    <we:property name="isVisualContainerHeaderHidden" value="false"/>
    <we:property name="reportEmbeddedTime" value="&quot;2026-09-04T01:56:57.570Z&quot;"/>
    <we:property name="creatorTenantId" value="&quot;986a74a6-9fae-4703-8737-e174b30e9620&quot;"/>
    <we:property name="creatorUserId" value="&quot;100320063AEB1864&quot;"/>
    <we:property name="creatorSessionId" value="&quot;0cd8dc42-64f8-43f9-b340-02bb19407a37&quot;"/>
    <we:property name="artifactViewState" value="&quot;live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Kawã Diego</cp:lastModifiedBy>
  <cp:revision>4</cp:revision>
  <dcterms:created xsi:type="dcterms:W3CDTF">2018-06-07T21:39:02Z</dcterms:created>
  <dcterms:modified xsi:type="dcterms:W3CDTF">2026-09-04T02:05:48Z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